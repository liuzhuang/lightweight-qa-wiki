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</p:sldIdLst>
  <p:sldSz cx="12192000" cy="6858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lstStyle/>
          <a:p>
            <a:r>
              <a:rPr lang="zh-CN"/>
              <a:t>企业服务响应政策</a:t>
            </a:r>
          </a:p>
          <a:p>
            <a:r>
              <a:rPr lang="zh-CN"/>
              <a:t>P1 严重故障：2 小时内首次响应。</a:t>
            </a:r>
          </a:p>
          <a:p>
            <a:r>
              <a:rPr lang="zh-CN"/>
              <a:t>P2 一般故障：8 个工作小时内首次响应。</a:t>
            </a:r>
          </a:p>
          <a:p>
            <a:r>
              <a:rPr lang="zh-CN"/>
              <a:t>服务时间：工作日 09:00–18:00（北京时间）。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lstStyle/>
          <a:p>
            <a:r>
              <a:rPr lang="zh-CN"/>
              <a:t>退款与变更政策</a:t>
            </a:r>
          </a:p>
          <a:p>
            <a:r>
              <a:rPr lang="zh-CN"/>
              <a:t>未激活的软件许可可在付款后 7 个自然日内申请退款。</a:t>
            </a:r>
          </a:p>
          <a:p>
            <a:r>
              <a:rPr lang="zh-CN"/>
              <a:t>已经激活的许可不支持退款，但可在同一合同主体下变更使用人。</a:t>
            </a:r>
          </a:p>
          <a:p>
            <a:r>
              <a:rPr lang="zh-CN"/>
              <a:t>退款申请必须提供完整合同号和产品编码。</a:t>
            </a:r>
          </a:p>
        </p:txBody>
      </p:sp>
    </p:spTree>
  </p:cSld>
  <p:clrMapOvr>
    <a:masterClrMapping/>
  </p:clrMapOvr>
</p:sld>
</file>